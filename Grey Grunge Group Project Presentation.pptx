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andelson Six" charset="1" panose="00000100000000000000"/>
      <p:regular r:id="rId12"/>
    </p:embeddedFont>
    <p:embeddedFont>
      <p:font typeface="Canva Sans Bold" charset="1" panose="020B0803030501040103"/>
      <p:regular r:id="rId13"/>
    </p:embeddedFont>
    <p:embeddedFont>
      <p:font typeface="IM Fell" charset="1" panose="02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5975" y="9258300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06300" y="-271013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77894" y="-695358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0"/>
                </a:moveTo>
                <a:lnTo>
                  <a:pt x="7315200" y="0"/>
                </a:lnTo>
                <a:lnTo>
                  <a:pt x="7315200" y="3023771"/>
                </a:lnTo>
                <a:lnTo>
                  <a:pt x="0" y="302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991975" y="8044279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3023771"/>
                </a:moveTo>
                <a:lnTo>
                  <a:pt x="7315200" y="3023771"/>
                </a:lnTo>
                <a:lnTo>
                  <a:pt x="7315200" y="0"/>
                </a:lnTo>
                <a:lnTo>
                  <a:pt x="0" y="0"/>
                </a:lnTo>
                <a:lnTo>
                  <a:pt x="0" y="302377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24350" y="7510393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649575" y="1400106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7315200" y="0"/>
                </a:moveTo>
                <a:lnTo>
                  <a:pt x="0" y="0"/>
                </a:lnTo>
                <a:lnTo>
                  <a:pt x="0" y="1409838"/>
                </a:lnTo>
                <a:lnTo>
                  <a:pt x="7315200" y="140983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52482" y="3041610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2"/>
                </a:lnTo>
                <a:lnTo>
                  <a:pt x="0" y="5173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291784" y="2003315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45387" y="-3282209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7" y="0"/>
                </a:lnTo>
                <a:lnTo>
                  <a:pt x="5250067" y="5173702"/>
                </a:lnTo>
                <a:lnTo>
                  <a:pt x="0" y="5173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1755" y="1660415"/>
            <a:ext cx="14287820" cy="605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66"/>
              </a:lnSpc>
            </a:pPr>
            <a:r>
              <a:rPr lang="en-US" sz="17333">
                <a:solidFill>
                  <a:srgbClr val="494440"/>
                </a:solidFill>
                <a:latin typeface="Handelson Six"/>
                <a:ea typeface="Handelson Six"/>
                <a:cs typeface="Handelson Six"/>
                <a:sym typeface="Handelson Six"/>
              </a:rPr>
              <a:t>Personal </a:t>
            </a:r>
          </a:p>
          <a:p>
            <a:pPr algn="ctr">
              <a:lnSpc>
                <a:spcPts val="24266"/>
              </a:lnSpc>
            </a:pPr>
            <a:r>
              <a:rPr lang="en-US" sz="17333">
                <a:solidFill>
                  <a:srgbClr val="494440"/>
                </a:solidFill>
                <a:latin typeface="Handelson Six"/>
                <a:ea typeface="Handelson Six"/>
                <a:cs typeface="Handelson Six"/>
                <a:sym typeface="Handelson Six"/>
              </a:rPr>
              <a:t>webpage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5975" y="9258300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06300" y="-271013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77894" y="-695358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0"/>
                </a:moveTo>
                <a:lnTo>
                  <a:pt x="7315200" y="0"/>
                </a:lnTo>
                <a:lnTo>
                  <a:pt x="7315200" y="3023771"/>
                </a:lnTo>
                <a:lnTo>
                  <a:pt x="0" y="302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991975" y="8044279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3023771"/>
                </a:moveTo>
                <a:lnTo>
                  <a:pt x="7315200" y="3023771"/>
                </a:lnTo>
                <a:lnTo>
                  <a:pt x="7315200" y="0"/>
                </a:lnTo>
                <a:lnTo>
                  <a:pt x="0" y="0"/>
                </a:lnTo>
                <a:lnTo>
                  <a:pt x="0" y="302377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24350" y="7510393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649575" y="1400106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7315200" y="0"/>
                </a:moveTo>
                <a:lnTo>
                  <a:pt x="0" y="0"/>
                </a:lnTo>
                <a:lnTo>
                  <a:pt x="0" y="1409838"/>
                </a:lnTo>
                <a:lnTo>
                  <a:pt x="7315200" y="140983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52482" y="3041610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291784" y="2003315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45387" y="-3282209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7" y="0"/>
                </a:lnTo>
                <a:lnTo>
                  <a:pt x="5250067" y="5173702"/>
                </a:lnTo>
                <a:lnTo>
                  <a:pt x="0" y="5173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5065" y="904875"/>
            <a:ext cx="10784483" cy="231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5"/>
              </a:lnSpc>
            </a:pPr>
            <a:r>
              <a:rPr lang="en-US" sz="66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personal webpage </a:t>
            </a:r>
          </a:p>
          <a:p>
            <a:pPr algn="ctr">
              <a:lnSpc>
                <a:spcPts val="930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09905" y="4007316"/>
            <a:ext cx="16006389" cy="239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1"/>
              </a:lnSpc>
            </a:pPr>
            <a:r>
              <a:rPr lang="en-US" sz="455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personal webpage shows details like a person’s name, photo, education, skills, hobbies, and contact information. It is usually created using HTML.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5975" y="9258300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06300" y="-271013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77894" y="-695358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0"/>
                </a:moveTo>
                <a:lnTo>
                  <a:pt x="7315200" y="0"/>
                </a:lnTo>
                <a:lnTo>
                  <a:pt x="7315200" y="3023771"/>
                </a:lnTo>
                <a:lnTo>
                  <a:pt x="0" y="302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991975" y="8044279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3023771"/>
                </a:moveTo>
                <a:lnTo>
                  <a:pt x="7315200" y="3023771"/>
                </a:lnTo>
                <a:lnTo>
                  <a:pt x="7315200" y="0"/>
                </a:lnTo>
                <a:lnTo>
                  <a:pt x="0" y="0"/>
                </a:lnTo>
                <a:lnTo>
                  <a:pt x="0" y="302377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24350" y="7510393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649575" y="1400106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7315200" y="0"/>
                </a:moveTo>
                <a:lnTo>
                  <a:pt x="0" y="0"/>
                </a:lnTo>
                <a:lnTo>
                  <a:pt x="0" y="1409838"/>
                </a:lnTo>
                <a:lnTo>
                  <a:pt x="7315200" y="140983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52482" y="3041610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291784" y="2003315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45387" y="-3282209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7" y="0"/>
                </a:lnTo>
                <a:lnTo>
                  <a:pt x="5250067" y="5173702"/>
                </a:lnTo>
                <a:lnTo>
                  <a:pt x="0" y="5173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90850" y="914220"/>
            <a:ext cx="10223096" cy="213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2"/>
              </a:lnSpc>
            </a:pPr>
            <a:r>
              <a:rPr lang="en-US" sz="12402">
                <a:solidFill>
                  <a:srgbClr val="494440"/>
                </a:solidFill>
                <a:latin typeface="Handelson Six"/>
                <a:ea typeface="Handelson Six"/>
                <a:cs typeface="Handelson Six"/>
                <a:sym typeface="Handelson Six"/>
              </a:rPr>
              <a:t>What is html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315121" y="4742363"/>
            <a:ext cx="359569" cy="3595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44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315121" y="6299700"/>
            <a:ext cx="359569" cy="35956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44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33164" y="4088734"/>
            <a:ext cx="14821672" cy="95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</a:pPr>
            <a:r>
              <a:rPr lang="en-US" sz="2750" b="true">
                <a:solidFill>
                  <a:srgbClr val="494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 is the standard language used to create web pages. It tells the browser what to display and how to display it.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25064" y="6034575"/>
            <a:ext cx="3040645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494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 tag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494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 tag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494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 tag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5975" y="9258300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06300" y="-271013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77894" y="-695358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0"/>
                </a:moveTo>
                <a:lnTo>
                  <a:pt x="7315200" y="0"/>
                </a:lnTo>
                <a:lnTo>
                  <a:pt x="7315200" y="3023771"/>
                </a:lnTo>
                <a:lnTo>
                  <a:pt x="0" y="302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991975" y="8044279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3023771"/>
                </a:moveTo>
                <a:lnTo>
                  <a:pt x="7315200" y="3023771"/>
                </a:lnTo>
                <a:lnTo>
                  <a:pt x="7315200" y="0"/>
                </a:lnTo>
                <a:lnTo>
                  <a:pt x="0" y="0"/>
                </a:lnTo>
                <a:lnTo>
                  <a:pt x="0" y="302377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24350" y="7510393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649575" y="1400106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7315200" y="0"/>
                </a:moveTo>
                <a:lnTo>
                  <a:pt x="0" y="0"/>
                </a:lnTo>
                <a:lnTo>
                  <a:pt x="0" y="1409838"/>
                </a:lnTo>
                <a:lnTo>
                  <a:pt x="7315200" y="140983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52482" y="3041610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291784" y="2003315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45387" y="-3282209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7" y="0"/>
                </a:lnTo>
                <a:lnTo>
                  <a:pt x="5250067" y="5173702"/>
                </a:lnTo>
                <a:lnTo>
                  <a:pt x="0" y="5173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72359" y="568878"/>
            <a:ext cx="10223096" cy="433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2"/>
              </a:lnSpc>
            </a:pPr>
            <a:r>
              <a:rPr lang="en-US" sz="12402">
                <a:solidFill>
                  <a:srgbClr val="494440"/>
                </a:solidFill>
                <a:latin typeface="Handelson Six"/>
                <a:ea typeface="Handelson Six"/>
                <a:cs typeface="Handelson Six"/>
                <a:sym typeface="Handelson Six"/>
              </a:rPr>
              <a:t>Basic html structure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62507" y="4808911"/>
            <a:ext cx="4549598" cy="329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6"/>
              </a:lnSpc>
            </a:pPr>
            <a:r>
              <a:rPr lang="en-US" sz="4661">
                <a:solidFill>
                  <a:srgbClr val="494440"/>
                </a:solidFill>
                <a:latin typeface="IM Fell"/>
                <a:ea typeface="IM Fell"/>
                <a:cs typeface="IM Fell"/>
                <a:sym typeface="IM Fell"/>
              </a:rPr>
              <a:t>The basic HTML structure shows how a web page is organized.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38808" y="4648200"/>
            <a:ext cx="359569" cy="35956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44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5975" y="9258300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06300" y="-271013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77894" y="-695358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0"/>
                </a:moveTo>
                <a:lnTo>
                  <a:pt x="7315200" y="0"/>
                </a:lnTo>
                <a:lnTo>
                  <a:pt x="7315200" y="3023771"/>
                </a:lnTo>
                <a:lnTo>
                  <a:pt x="0" y="302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991975" y="8044279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3023771"/>
                </a:moveTo>
                <a:lnTo>
                  <a:pt x="7315200" y="3023771"/>
                </a:lnTo>
                <a:lnTo>
                  <a:pt x="7315200" y="0"/>
                </a:lnTo>
                <a:lnTo>
                  <a:pt x="0" y="0"/>
                </a:lnTo>
                <a:lnTo>
                  <a:pt x="0" y="302377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24350" y="7510393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649575" y="1400106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7315200" y="0"/>
                </a:moveTo>
                <a:lnTo>
                  <a:pt x="0" y="0"/>
                </a:lnTo>
                <a:lnTo>
                  <a:pt x="0" y="1409838"/>
                </a:lnTo>
                <a:lnTo>
                  <a:pt x="7315200" y="140983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52482" y="3041610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291784" y="2003315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45387" y="-3282209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7" y="0"/>
                </a:lnTo>
                <a:lnTo>
                  <a:pt x="5250067" y="5173702"/>
                </a:lnTo>
                <a:lnTo>
                  <a:pt x="0" y="5173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43835" y="1619139"/>
            <a:ext cx="10223096" cy="213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2"/>
              </a:lnSpc>
            </a:pPr>
            <a:r>
              <a:rPr lang="en-US" sz="12402">
                <a:solidFill>
                  <a:srgbClr val="494440"/>
                </a:solidFill>
                <a:latin typeface="Handelson Six"/>
                <a:ea typeface="Handelson Six"/>
                <a:cs typeface="Handelson Six"/>
                <a:sym typeface="Handelson Six"/>
              </a:rPr>
              <a:t>Conclusion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338808" y="4648200"/>
            <a:ext cx="359569" cy="3595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44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4088765"/>
            <a:ext cx="18288000" cy="808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4944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 is a simple and easy language used to create web pages.</a:t>
            </a:r>
          </a:p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5975" y="9258300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06300" y="-271013"/>
            <a:ext cx="8931362" cy="2599426"/>
          </a:xfrm>
          <a:custGeom>
            <a:avLst/>
            <a:gdLst/>
            <a:ahLst/>
            <a:cxnLst/>
            <a:rect r="r" b="b" t="t" l="l"/>
            <a:pathLst>
              <a:path h="2599426" w="8931362">
                <a:moveTo>
                  <a:pt x="0" y="0"/>
                </a:moveTo>
                <a:lnTo>
                  <a:pt x="8931362" y="0"/>
                </a:lnTo>
                <a:lnTo>
                  <a:pt x="8931362" y="2599426"/>
                </a:lnTo>
                <a:lnTo>
                  <a:pt x="0" y="259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77894" y="-695358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0"/>
                </a:moveTo>
                <a:lnTo>
                  <a:pt x="7315200" y="0"/>
                </a:lnTo>
                <a:lnTo>
                  <a:pt x="7315200" y="3023771"/>
                </a:lnTo>
                <a:lnTo>
                  <a:pt x="0" y="302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991975" y="8044279"/>
            <a:ext cx="7315200" cy="3023771"/>
          </a:xfrm>
          <a:custGeom>
            <a:avLst/>
            <a:gdLst/>
            <a:ahLst/>
            <a:cxnLst/>
            <a:rect r="r" b="b" t="t" l="l"/>
            <a:pathLst>
              <a:path h="3023771" w="7315200">
                <a:moveTo>
                  <a:pt x="0" y="3023771"/>
                </a:moveTo>
                <a:lnTo>
                  <a:pt x="7315200" y="3023771"/>
                </a:lnTo>
                <a:lnTo>
                  <a:pt x="7315200" y="0"/>
                </a:lnTo>
                <a:lnTo>
                  <a:pt x="0" y="0"/>
                </a:lnTo>
                <a:lnTo>
                  <a:pt x="0" y="302377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24350" y="7510393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649575" y="1400106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7315200" y="0"/>
                </a:moveTo>
                <a:lnTo>
                  <a:pt x="0" y="0"/>
                </a:lnTo>
                <a:lnTo>
                  <a:pt x="0" y="1409838"/>
                </a:lnTo>
                <a:lnTo>
                  <a:pt x="7315200" y="140983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52482" y="3041610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2"/>
                </a:lnTo>
                <a:lnTo>
                  <a:pt x="0" y="5173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291784" y="2003315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8" y="0"/>
                </a:lnTo>
                <a:lnTo>
                  <a:pt x="5250068" y="5173703"/>
                </a:lnTo>
                <a:lnTo>
                  <a:pt x="0" y="51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45387" y="-3282209"/>
            <a:ext cx="5250068" cy="5173703"/>
          </a:xfrm>
          <a:custGeom>
            <a:avLst/>
            <a:gdLst/>
            <a:ahLst/>
            <a:cxnLst/>
            <a:rect r="r" b="b" t="t" l="l"/>
            <a:pathLst>
              <a:path h="5173703" w="5250068">
                <a:moveTo>
                  <a:pt x="0" y="0"/>
                </a:moveTo>
                <a:lnTo>
                  <a:pt x="5250067" y="0"/>
                </a:lnTo>
                <a:lnTo>
                  <a:pt x="5250067" y="5173702"/>
                </a:lnTo>
                <a:lnTo>
                  <a:pt x="0" y="5173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00090" y="3482445"/>
            <a:ext cx="14287820" cy="297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66"/>
              </a:lnSpc>
            </a:pPr>
            <a:r>
              <a:rPr lang="en-US" sz="17333">
                <a:solidFill>
                  <a:srgbClr val="494440"/>
                </a:solidFill>
                <a:latin typeface="Handelson Six"/>
                <a:ea typeface="Handelson Six"/>
                <a:cs typeface="Handelson Six"/>
                <a:sym typeface="Handelson Six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DAHAzWO4E1w</dc:identifier>
  <dcterms:modified xsi:type="dcterms:W3CDTF">2011-08-01T06:04:30Z</dcterms:modified>
  <cp:revision>1</cp:revision>
  <dc:title>Grey Grunge Group Project Presentation</dc:title>
</cp:coreProperties>
</file>